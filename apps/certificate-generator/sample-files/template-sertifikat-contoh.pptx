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rial" panose="020B0604020202020204" pitchFamily="3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4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0AF6CDA-E3F5-415F-BE08-B28C27D4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755108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4518DB3-4359-4950-8BD3-B45400D8A04B}"/>
              </a:ext>
            </a:extLst>
          </p:cNvPr>
          <p:cNvSpPr txBox="1"/>
          <p:nvPr/>
        </p:nvSpPr>
        <p:spPr>
          <a:xfrm>
            <a:off x="1917700" y="316865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{{</a:t>
            </a:r>
            <a:r>
              <a:rPr lang="en-US" sz="2800" b="1" dirty="0" err="1"/>
              <a:t>nama</a:t>
            </a:r>
            <a:r>
              <a:rPr lang="en-US" dirty="0"/>
              <a:t>}}</a:t>
            </a:r>
            <a:endParaRPr lang="en-ID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DE78A0-A996-4C42-B6AB-E594D422DD69}"/>
              </a:ext>
            </a:extLst>
          </p:cNvPr>
          <p:cNvSpPr txBox="1"/>
          <p:nvPr/>
        </p:nvSpPr>
        <p:spPr>
          <a:xfrm>
            <a:off x="1917700" y="3732872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{{</a:t>
            </a:r>
            <a:r>
              <a:rPr lang="en-US" sz="2000" b="1" dirty="0" err="1"/>
              <a:t>instansi</a:t>
            </a:r>
            <a:r>
              <a:rPr lang="en-US" dirty="0"/>
              <a:t>}}</a:t>
            </a:r>
            <a:endParaRPr lang="en-ID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Modern Minimalis Penghargaan Sertifikat</dc:title>
  <dc:creator>dimzfrantic</dc:creator>
  <cp:lastModifiedBy>dimzfrantic</cp:lastModifiedBy>
  <cp:revision>8</cp:revision>
  <dcterms:created xsi:type="dcterms:W3CDTF">2006-08-16T00:00:00Z</dcterms:created>
  <dcterms:modified xsi:type="dcterms:W3CDTF">2026-05-11T09:02:04Z</dcterms:modified>
  <dc:identifier>DAGyoq7OINM</dc:identifier>
</cp:coreProperties>
</file>