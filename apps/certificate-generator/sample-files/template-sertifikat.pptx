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6C21-8129-45FC-8D82-BCB99DF4F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4BAEB-3FA0-49E6-8528-B046905E4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2C200-6B40-4E5B-A65E-5B046C4A1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06A58-2C6D-4383-9CC2-1410616E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197A-0098-41A6-8C0B-B0F8A458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1152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DDA42-01BF-4A40-8B6E-3D58F710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5FFAC-0F78-4C28-BEDD-12EB21395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103AF-26B0-4F23-9516-34CF11B8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DEEF-676E-4DB9-A9DF-36F5FF0E0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D53B4-120C-4075-B125-F7FC513C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728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82BE-E837-4CF7-B12B-79727E80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B6F21-0ADF-4E6B-97D5-90925C531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F75C1-9853-4418-9686-76EE52FD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64FAE-A9C5-425F-A4C8-D20A59F56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53597-77AA-4485-B5F0-624ACD95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226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CFCAC-4BDE-4F73-9082-DC79F1EB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DFF3-367A-4B77-8226-560D6C5D7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5FBF5-EFB1-47E9-A539-4563A3F4F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700F3-4A85-4C34-BC10-361FD10A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C759C-8796-4C62-8C22-25D15553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583F9-57D1-40D4-870C-52F58F26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2041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501F-971F-496E-A0E3-E1ADD151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038D3-09C9-486B-A243-1E70119BB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594D9-DDE9-4C5F-A61A-8B8DDDBCD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47A5D-8D1F-4D45-A7F0-8C076CFD6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63262-1D5A-493C-8040-67AF1E0C2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BEE0A-772B-4A17-A6C1-19E4E3D6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C54E6-EB5B-4264-8479-405D00E8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B185A-B072-426F-9D09-FB5CC2D1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7512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41EA-8CC7-4523-94D4-329B25B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1FB63-F7F5-4353-98BC-FEBBE14D0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411BF-8E98-4182-87A6-0BC91592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4B68F-A8AB-421E-A9F9-D26B7B52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11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6F0F0E-4277-4043-8E78-723A1F8F3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83232-04FE-4B9E-9F83-836FA8AD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5411-C139-4048-A2D0-876004CF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201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BCB8-7071-48BC-806B-DBA2713B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3734C-5E2B-4036-9068-738BBABB9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B26A7-0C8E-43D3-8613-0639763F1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5DAC7-8DE9-4E35-A6AE-6D1F6788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5BB4A-5487-4758-B44B-51079C95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66991-EED8-48C8-BF65-BC960F18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10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B06A-AAB3-45A3-9D34-BAFE258F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0C12A8-9BEB-4BAD-A57D-5AAF97BF6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EAF5E-A27B-495D-A69D-D1C593A07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0A619-4D98-4A10-9ADB-449212EF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C33F5-0BCA-4967-B82B-3F21A162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A5B47-B4E2-49A2-B85E-76D4B846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860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E4FA-F703-45B4-B1A4-F20CED728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5CAE1-FF58-406D-B561-1844FE1D8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01680-3015-4B3D-A4F3-FFE84AF3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93A03-335B-476D-ACE9-5E7E227C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31AB4-A3F9-4EA5-B66C-D443456E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9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FE27AB-4BA3-473B-8CCC-02478C4D1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43199-D6DC-4D16-B795-87C3AC527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E569D-595F-4414-BCBF-EA390E2A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6EB2E-F171-453C-8844-33A1946CA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DF610-86BF-463F-96BF-B0164368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272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A5841-EF6E-4E86-B708-DFB3C956A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F2A4B-8E0F-42CF-848C-0177AF609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86393-01EE-4064-B47A-0AD1246CD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6F106-3BA3-4A6C-B28B-4EDCEFBAF267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1C81D-6756-4C54-889F-6F4272A57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964C1-DD0A-41B2-9B76-1B68FCA55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DDB1D-626D-438E-919E-996FD91487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463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F150-262A-45A1-BD1C-E6496651D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AB526-5701-4C5C-BBFE-99BDA48BBE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D8EFD-05A9-4464-8DEC-C0373E96F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CBA361-E0C4-4FF4-942F-F63E31F1B759}"/>
              </a:ext>
            </a:extLst>
          </p:cNvPr>
          <p:cNvSpPr txBox="1"/>
          <p:nvPr/>
        </p:nvSpPr>
        <p:spPr>
          <a:xfrm>
            <a:off x="0" y="318653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{{</a:t>
            </a:r>
            <a:r>
              <a:rPr lang="en-US" sz="4800" b="1" dirty="0" err="1"/>
              <a:t>nama</a:t>
            </a:r>
            <a:r>
              <a:rPr lang="en-US" sz="4800" b="1" dirty="0"/>
              <a:t>}}</a:t>
            </a:r>
            <a:endParaRPr lang="en-ID" sz="4800" b="1" dirty="0"/>
          </a:p>
        </p:txBody>
      </p:sp>
    </p:spTree>
    <p:extLst>
      <p:ext uri="{BB962C8B-B14F-4D97-AF65-F5344CB8AC3E}">
        <p14:creationId xmlns:p14="http://schemas.microsoft.com/office/powerpoint/2010/main" val="4160818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dimzfrantic</dc:creator>
  <cp:lastModifiedBy>dimzfrantic</cp:lastModifiedBy>
  <cp:revision>1</cp:revision>
  <dcterms:created xsi:type="dcterms:W3CDTF">2026-05-13T10:10:42Z</dcterms:created>
  <dcterms:modified xsi:type="dcterms:W3CDTF">2026-05-13T10:10:54Z</dcterms:modified>
</cp:coreProperties>
</file>